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1F35"/>
                </a:solidFill>
                <a:latin typeface="Arial"/>
              </a:rPr>
              <a:t>업비트 자동매매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20116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B8C"/>
                </a:solidFill>
                <a:latin typeface="Arial"/>
              </a:rPr>
              <a:t>로컬은 연구와 관제, VPS는 실거래 실행을 담당하는 운영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194560">
                <a:tc>
                  <a:txBody>
                    <a:bodyPr/>
                    <a:lstStyle/>
                    <a:p>
                      <a:r>
                        <a:t>사용자 / 로컬 노트북</a:t>
                      </a:r>
                    </a:p>
                    <a:p>
                      <a:r>
                        <a:t>• PM Orchestrator와만 소통</a:t>
                      </a:r>
                    </a:p>
                    <a:p>
                      <a:r>
                        <a:t>• 전략 연구 및 백테스트</a:t>
                      </a:r>
                    </a:p>
                    <a:p>
                      <a:r>
                        <a:t>• 코드 수정, Git 관리, 배포</a:t>
                      </a:r>
                    </a:p>
                    <a:p>
                      <a:r>
                        <a:t>• 대시보드와 로그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VPS 실거래 서버</a:t>
                      </a:r>
                    </a:p>
                    <a:p>
                      <a:r>
                        <a:t>• 종목 스캐너와 신호 엔진</a:t>
                      </a:r>
                    </a:p>
                    <a:p>
                      <a:r>
                        <a:t>• 주문 엔진과 포지션 관리자</a:t>
                      </a:r>
                    </a:p>
                    <a:p>
                      <a:r>
                        <a:t>• 리스크 가드와 손실 제한</a:t>
                      </a:r>
                    </a:p>
                    <a:p>
                      <a:r>
                        <a:t>• WebSocket 리스너와 스케줄러</a:t>
                      </a:r>
                    </a:p>
                    <a:p>
                      <a:r>
                        <a:t>• API Key / 환경변수 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업비트 / 외부 채널</a:t>
                      </a:r>
                    </a:p>
                    <a:p>
                      <a:r>
                        <a:t>• Quotation API</a:t>
                      </a:r>
                    </a:p>
                    <a:p>
                      <a:r>
                        <a:t>• Exchange API</a:t>
                      </a:r>
                    </a:p>
                    <a:p>
                      <a:r>
                        <a:t>• 실시간 WebSocket</a:t>
                      </a:r>
                    </a:p>
                    <a:p>
                      <a:r>
                        <a:t>• Telegram 알림 연동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6576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011680">
                <a:tc>
                  <a:txBody>
                    <a:bodyPr/>
                    <a:lstStyle/>
                    <a:p>
                      <a:r>
                        <a:t>MCP 계층</a:t>
                      </a:r>
                    </a:p>
                    <a:p>
                      <a:r>
                        <a:t>• market-data-mcp: 시세, 캔들, 호가, 거래대금 조회</a:t>
                      </a:r>
                    </a:p>
                    <a:p>
                      <a:r>
                        <a:t>• strategy-backtest logic: 종목 선택, 규칙 평가, 백테스트</a:t>
                      </a:r>
                    </a:p>
                    <a:p>
                      <a:r>
                        <a:t>• execution-mcp: 주문 실행, 체결 조회, 잔고 조회</a:t>
                      </a:r>
                    </a:p>
                    <a:p>
                      <a:r>
                        <a:t>• risk-guard-mcp: 1회 최대손실 1만원, 1일 최대손실 3만원, 중복 주문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운영 런타임 / 모니터링</a:t>
                      </a:r>
                    </a:p>
                    <a:p>
                      <a:r>
                        <a:t>• 체결, 장애, 하트비트, 손익 집계</a:t>
                      </a:r>
                    </a:p>
                    <a:p>
                      <a:r>
                        <a:t>• Telegram 즉시 알림</a:t>
                      </a:r>
                    </a:p>
                    <a:p>
                      <a:r>
                        <a:t>• 사용자 상태 보고</a:t>
                      </a:r>
                    </a:p>
                    <a:p>
                      <a:r>
                        <a:t>• 실거래 키는 VPS에서만 사용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1F35"/>
                </a:solidFill>
                <a:latin typeface="Arial"/>
              </a:rPr>
              <a:t>주요 구성 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34495E"/>
                </a:solidFill>
                <a:latin typeface="Arial"/>
              </a:rPr>
              <a:t>로컬 노트북</a:t>
            </a:r>
          </a:p>
          <a:p>
            <a:r>
              <a:t>• PM Orchestrator와만 소통</a:t>
            </a:r>
          </a:p>
          <a:p>
            <a:r>
              <a:t>• 전략 연구 및 백테스트</a:t>
            </a:r>
          </a:p>
          <a:p>
            <a:r>
              <a:t>• 코드 수정, Git 관리, 배포</a:t>
            </a:r>
          </a:p>
          <a:p>
            <a:r>
              <a:t>• 대시보드와 로그 확인</a:t>
            </a:r>
          </a:p>
          <a:p/>
          <a:p>
            <a:r>
              <a:t>VPS 실거래 서버</a:t>
            </a:r>
          </a:p>
          <a:p>
            <a:r>
              <a:t>• 종목 스캐너와 신호 엔진</a:t>
            </a:r>
          </a:p>
          <a:p>
            <a:r>
              <a:t>• 주문 엔진과 포지션 관리자</a:t>
            </a:r>
          </a:p>
          <a:p>
            <a:r>
              <a:t>• 리스크 가드와 손실 제한</a:t>
            </a:r>
          </a:p>
          <a:p>
            <a:r>
              <a:t>• WebSocket 리스너와 스케줄러</a:t>
            </a:r>
          </a:p>
          <a:p>
            <a:r>
              <a:t>• API Key / 환경변수 보관</a:t>
            </a:r>
          </a:p>
          <a:p/>
          <a:p>
            <a:r>
              <a:t>외부 연동</a:t>
            </a:r>
          </a:p>
          <a:p>
            <a:r>
              <a:t>• Upbit Quotation API</a:t>
            </a:r>
          </a:p>
          <a:p>
            <a:r>
              <a:t>• Upbit Exchange API</a:t>
            </a:r>
          </a:p>
          <a:p>
            <a:r>
              <a:t>• Upbit WebSocket</a:t>
            </a:r>
          </a:p>
          <a:p>
            <a:r>
              <a:t>• Telegram / Slack 알림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1F35"/>
                </a:solidFill>
                <a:latin typeface="Arial"/>
              </a:rPr>
              <a:t>주요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34495E"/>
                </a:solidFill>
                <a:latin typeface="Arial"/>
              </a:rPr>
              <a:t>• 배포 / 제어: 로컬 노트북에서 VPS로 코드를 배포하고 운영 상태를 관리한다.</a:t>
            </a:r>
          </a:p>
          <a:p>
            <a:r>
              <a:t>• 시세 / 주문: VPS가 업비트 시세를 수신하고 조건 충족 시 주문을 실행한다.</a:t>
            </a:r>
          </a:p>
          <a:p>
            <a:r>
              <a:t>• 알림 / 보고: 체결, 장애, 손익 상태를 Telegram 등으로 사용자에게 전달한다.</a:t>
            </a:r>
          </a:p>
          <a:p>
            <a:r>
              <a:t>• MCP 계층: 시세 조회, 전략 평가, 주문 실행, 리스크 제어, 모니터링을 역할별로 분리한다.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1F35"/>
                </a:solidFill>
                <a:latin typeface="Arial"/>
              </a:rPr>
              <a:t>운영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34495E"/>
                </a:solidFill>
                <a:latin typeface="Arial"/>
              </a:rPr>
              <a:t>• 로컬은 연구, 백테스트, 관제 중심으로 사용한다.</a:t>
            </a:r>
          </a:p>
          <a:p>
            <a:r>
              <a:t>• VPS는 고정 공인 IPv4 기반으로 실주문만 담당한다.</a:t>
            </a:r>
          </a:p>
          <a:p>
            <a:r>
              <a:t>• 업비트 API Key는 VPS 환경에만 저장한다.</a:t>
            </a:r>
          </a:p>
          <a:p>
            <a:r>
              <a:t>• 1회 최대손실 1만원, 1일 최대손실 3만원 기준을 기본 리스크 가드로 둔다.</a:t>
            </a:r>
          </a:p>
          <a:p>
            <a:r>
              <a:t>• 노트북 단독 실거래 운영은 유동 IP 문제로 권장하지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